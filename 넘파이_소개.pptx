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78" r:id="rId2"/>
    <p:sldId id="397" r:id="rId3"/>
    <p:sldId id="630" r:id="rId4"/>
    <p:sldId id="679" r:id="rId5"/>
    <p:sldId id="680" r:id="rId6"/>
    <p:sldId id="681" r:id="rId7"/>
    <p:sldId id="30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/>
    <p:restoredTop sz="92993"/>
  </p:normalViewPr>
  <p:slideViewPr>
    <p:cSldViewPr snapToGrid="0" snapToObjects="1">
      <p:cViewPr varScale="1">
        <p:scale>
          <a:sx n="119" d="100"/>
          <a:sy n="119" d="100"/>
        </p:scale>
        <p:origin x="10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1/30/20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mwZWnyMagTc" TargetMode="External"/><Relationship Id="rId2" Type="http://schemas.openxmlformats.org/officeDocument/2006/relationships/hyperlink" Target="https://github.com/jakevdp/PythonDataScienceHandboo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ithub.com/SungchulLee/financial_math/tree/master/close_return_and_return_vol" TargetMode="External"/><Relationship Id="rId4" Type="http://schemas.openxmlformats.org/officeDocument/2006/relationships/hyperlink" Target="https://github.com/SungchulLee/numpy/tree/master/intr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5092" y="1122363"/>
            <a:ext cx="9688530" cy="2387600"/>
          </a:xfrm>
        </p:spPr>
        <p:txBody>
          <a:bodyPr>
            <a:normAutofit fontScale="90000"/>
          </a:bodyPr>
          <a:lstStyle/>
          <a:p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br>
              <a:rPr lang="en-US" sz="440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>
                <a:latin typeface="Arial Black" charset="0"/>
                <a:ea typeface="Arial Black" charset="0"/>
                <a:cs typeface="Arial Black" charset="0"/>
              </a:rPr>
              <a:t> Intro to Numpy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09" y="5013789"/>
            <a:ext cx="1756666" cy="184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1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9959"/>
            <a:ext cx="10515600" cy="448257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 Black" charset="0"/>
                <a:ea typeface="Arial Black" charset="0"/>
                <a:cs typeface="Arial Black" charset="0"/>
                <a:hlinkClick r:id="rId2"/>
              </a:rPr>
              <a:t>02.00 Python Data Science Handbook</a:t>
            </a:r>
            <a:endParaRPr lang="en-US" sz="2000" dirty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>
                <a:latin typeface="Arial Black" charset="0"/>
                <a:ea typeface="Arial Black" charset="0"/>
                <a:cs typeface="Arial Black" charset="0"/>
                <a:hlinkClick r:id="rId3"/>
              </a:rPr>
              <a:t>Youtube</a:t>
            </a:r>
            <a:endParaRPr lang="en-US" sz="2000" dirty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>
                <a:latin typeface="Arial Black" charset="0"/>
                <a:ea typeface="Arial Black" charset="0"/>
                <a:cs typeface="Arial Black" charset="0"/>
                <a:hlinkClick r:id="rId4"/>
              </a:rPr>
              <a:t>Code</a:t>
            </a:r>
            <a:endParaRPr lang="en-US" sz="2000" dirty="0">
              <a:latin typeface="Arial Black" charset="0"/>
              <a:ea typeface="Arial Black" charset="0"/>
              <a:cs typeface="Arial Black" charset="0"/>
              <a:hlinkClick r:id="rId5"/>
            </a:endParaRPr>
          </a:p>
        </p:txBody>
      </p:sp>
      <p:pic>
        <p:nvPicPr>
          <p:cNvPr id="5" name="Picture 4" descr="A close up of a reptile&#10;&#10;Description automatically generated">
            <a:extLst>
              <a:ext uri="{FF2B5EF4-FFF2-40B4-BE49-F238E27FC236}">
                <a16:creationId xmlns:a16="http://schemas.microsoft.com/office/drawing/2014/main" id="{4ADE9907-7759-7343-99FA-31DF308FC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368" y="0"/>
            <a:ext cx="5177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6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5090" y="684952"/>
            <a:ext cx="2489200" cy="54122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9990" y="524510"/>
            <a:ext cx="3202940" cy="5784850"/>
          </a:xfrm>
          <a:prstGeom prst="rect">
            <a:avLst/>
          </a:prstGeom>
        </p:spPr>
      </p:pic>
      <p:pic>
        <p:nvPicPr>
          <p:cNvPr id="6" name="Picture 5" descr="A picture containing table&#10;&#10;Description automatically generated">
            <a:extLst>
              <a:ext uri="{FF2B5EF4-FFF2-40B4-BE49-F238E27FC236}">
                <a16:creationId xmlns:a16="http://schemas.microsoft.com/office/drawing/2014/main" id="{40C64BDA-B11F-C84B-92E7-1CF3C5A10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549" y="2119255"/>
            <a:ext cx="11499119" cy="272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48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A7EF521E-3CDF-A04C-A8E2-BB9DF2867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525" y="185418"/>
            <a:ext cx="7286950" cy="6487163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EBDD617E-5C6D-3B4F-AA5F-A134CA332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75" y="3217762"/>
            <a:ext cx="11309586" cy="36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135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A7EF521E-3CDF-A04C-A8E2-BB9DF2867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525" y="185418"/>
            <a:ext cx="7286950" cy="648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40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6ABF1A6C-2454-4E4F-AA09-7184C41ED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66" y="0"/>
            <a:ext cx="11260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03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83799" y="1640911"/>
            <a:ext cx="875432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>
                <a:latin typeface="Arial Black" charset="0"/>
                <a:ea typeface="Arial Black" charset="0"/>
                <a:cs typeface="Arial Black" charset="0"/>
              </a:rPr>
              <a:t>Now</a:t>
            </a:r>
          </a:p>
          <a:p>
            <a:pPr algn="ctr"/>
            <a:endParaRPr lang="en-US" sz="6000" dirty="0">
              <a:latin typeface="Arial Black" charset="0"/>
              <a:ea typeface="Arial Black" charset="0"/>
              <a:cs typeface="Arial Black" charset="0"/>
            </a:endParaRPr>
          </a:p>
          <a:p>
            <a:pPr algn="ctr"/>
            <a:r>
              <a:rPr lang="en-US" sz="6000" dirty="0">
                <a:latin typeface="Arial Black" charset="0"/>
                <a:ea typeface="Arial Black" charset="0"/>
                <a:cs typeface="Arial Black" charset="0"/>
              </a:rPr>
              <a:t>Let’s Play with Code</a:t>
            </a:r>
          </a:p>
        </p:txBody>
      </p:sp>
    </p:spTree>
    <p:extLst>
      <p:ext uri="{BB962C8B-B14F-4D97-AF65-F5344CB8AC3E}">
        <p14:creationId xmlns:p14="http://schemas.microsoft.com/office/powerpoint/2010/main" val="2550280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</TotalTime>
  <Words>30</Words>
  <Application>Microsoft Macintosh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Office Theme</vt:lpstr>
      <vt:lpstr>             Intro to Numpy  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이승철</cp:lastModifiedBy>
  <cp:revision>150</cp:revision>
  <dcterms:created xsi:type="dcterms:W3CDTF">2019-10-26T12:53:45Z</dcterms:created>
  <dcterms:modified xsi:type="dcterms:W3CDTF">2020-01-30T20:17:18Z</dcterms:modified>
</cp:coreProperties>
</file>