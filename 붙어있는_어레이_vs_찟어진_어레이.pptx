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97" r:id="rId3"/>
    <p:sldId id="364" r:id="rId4"/>
    <p:sldId id="669" r:id="rId5"/>
    <p:sldId id="630" r:id="rId6"/>
    <p:sldId id="644" r:id="rId7"/>
    <p:sldId id="670" r:id="rId8"/>
    <p:sldId id="658" r:id="rId9"/>
    <p:sldId id="672" r:id="rId10"/>
    <p:sldId id="671" r:id="rId11"/>
    <p:sldId id="631" r:id="rId12"/>
    <p:sldId id="666" r:id="rId13"/>
    <p:sldId id="675" r:id="rId14"/>
    <p:sldId id="659" r:id="rId15"/>
    <p:sldId id="660" r:id="rId16"/>
    <p:sldId id="661" r:id="rId17"/>
    <p:sldId id="662" r:id="rId18"/>
    <p:sldId id="673" r:id="rId19"/>
    <p:sldId id="674" r:id="rId20"/>
    <p:sldId id="645" r:id="rId21"/>
    <p:sldId id="663" r:id="rId22"/>
    <p:sldId id="668" r:id="rId23"/>
    <p:sldId id="676" r:id="rId24"/>
    <p:sldId id="677" r:id="rId25"/>
    <p:sldId id="664" r:id="rId26"/>
    <p:sldId id="665" r:id="rId27"/>
    <p:sldId id="30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/>
    <p:restoredTop sz="92993"/>
  </p:normalViewPr>
  <p:slideViewPr>
    <p:cSldViewPr snapToGrid="0" snapToObjects="1">
      <p:cViewPr varScale="1">
        <p:scale>
          <a:sx n="119" d="100"/>
          <a:sy n="119" d="100"/>
        </p:scale>
        <p:origin x="1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304A_vnYzd8" TargetMode="External"/><Relationship Id="rId2" Type="http://schemas.openxmlformats.org/officeDocument/2006/relationships/hyperlink" Target="https://stackoverflow.com/questions/26998223/what-is-the-difference-between-contiguous-and-non-contiguous-array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ungchulLee/financial_math/tree/master/close_return_and_return_vol" TargetMode="External"/><Relationship Id="rId4" Type="http://schemas.openxmlformats.org/officeDocument/2006/relationships/hyperlink" Target="https://github.com/SungchulLee/numpy/tree/master/contiguous_and_non-contiguous_array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tackoverflow.com/questions/26998223/what-is-the-difference-between-contiguous-and-non-contiguous-arrays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833" y="1485888"/>
            <a:ext cx="11185452" cy="3527901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4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b="1" dirty="0">
                <a:latin typeface="Arial Black" panose="020B0604020202020204" pitchFamily="34" charset="0"/>
                <a:ea typeface="Arial Black" charset="0"/>
                <a:cs typeface="Arial Black" panose="020B0604020202020204" pitchFamily="34" charset="0"/>
              </a:rPr>
              <a:t>C</a:t>
            </a: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ontiguous vs </a:t>
            </a:r>
            <a:b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Non-contiguous </a:t>
            </a:r>
            <a:b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Numpy Arrays</a:t>
            </a:r>
            <a:b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endParaRPr lang="en-US" sz="6700" b="1" dirty="0"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9" y="5013789"/>
            <a:ext cx="1756666" cy="184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959"/>
            <a:ext cx="10515600" cy="448257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 Black" charset="0"/>
                <a:ea typeface="Arial Black" charset="0"/>
                <a:cs typeface="Arial Black" charset="0"/>
                <a:hlinkClick r:id="rId2"/>
              </a:rPr>
              <a:t>stackoverflow</a:t>
            </a:r>
            <a:endParaRPr lang="en-US" sz="2000" dirty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>
                <a:latin typeface="Arial Black" charset="0"/>
                <a:ea typeface="Arial Black" charset="0"/>
                <a:cs typeface="Arial Black" charset="0"/>
                <a:hlinkClick r:id="rId3"/>
              </a:rPr>
              <a:t>Youtube</a:t>
            </a:r>
            <a:endParaRPr lang="en-US" sz="2000" dirty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>
                <a:latin typeface="Arial Black" charset="0"/>
                <a:ea typeface="Arial Black" charset="0"/>
                <a:cs typeface="Arial Black" charset="0"/>
                <a:hlinkClick r:id="rId4"/>
              </a:rPr>
              <a:t>Code</a:t>
            </a:r>
            <a:endParaRPr lang="en-US" sz="2000" dirty="0">
              <a:latin typeface="Arial Black" charset="0"/>
              <a:ea typeface="Arial Black" charset="0"/>
              <a:cs typeface="Arial Black" charset="0"/>
              <a:hlinkClick r:id="rId5"/>
            </a:endParaRPr>
          </a:p>
        </p:txBody>
      </p:sp>
    </p:spTree>
    <p:extLst>
      <p:ext uri="{BB962C8B-B14F-4D97-AF65-F5344CB8AC3E}">
        <p14:creationId xmlns:p14="http://schemas.microsoft.com/office/powerpoint/2010/main" val="203316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6343" y="1290917"/>
            <a:ext cx="10639313" cy="3646843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Numpy Arrays</a:t>
            </a:r>
            <a:b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is viewed, not copied </a:t>
            </a:r>
            <a:b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as default</a:t>
            </a:r>
            <a:b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and hence Aliasing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7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869" y="2439366"/>
            <a:ext cx="7817473" cy="1476417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b="1" dirty="0">
                <a:latin typeface="Arial Black" panose="020B0604020202020204" pitchFamily="34" charset="0"/>
                <a:ea typeface="Arial Black" charset="0"/>
                <a:cs typeface="Arial Black" panose="020B0604020202020204" pitchFamily="34" charset="0"/>
              </a:rPr>
              <a:t>C</a:t>
            </a: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ontiguous</a:t>
            </a:r>
            <a:b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Numpy Arrays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43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090" y="684952"/>
            <a:ext cx="2489200" cy="54122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90" y="524510"/>
            <a:ext cx="3202940" cy="5784850"/>
          </a:xfrm>
          <a:prstGeom prst="rect">
            <a:avLst/>
          </a:prstGeom>
        </p:spPr>
      </p:pic>
      <p:pic>
        <p:nvPicPr>
          <p:cNvPr id="6" name="Picture 5" descr="A picture containing table&#10;&#10;Description automatically generated">
            <a:extLst>
              <a:ext uri="{FF2B5EF4-FFF2-40B4-BE49-F238E27FC236}">
                <a16:creationId xmlns:a16="http://schemas.microsoft.com/office/drawing/2014/main" id="{40C64BDA-B11F-C84B-92E7-1CF3C5A10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49" y="2119255"/>
            <a:ext cx="11499119" cy="272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48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0" y="1384300"/>
            <a:ext cx="8216900" cy="2044700"/>
          </a:xfrm>
          <a:prstGeom prst="rect">
            <a:avLst/>
          </a:prstGeom>
        </p:spPr>
      </p:pic>
      <p:pic>
        <p:nvPicPr>
          <p:cNvPr id="7" name="Picture 6" descr="A close up of a clock&#10;&#10;Description automatically generated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4866192"/>
            <a:ext cx="8331200" cy="1041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8DBBDBEE-C638-D540-BB10-0A72F2A03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75" y="3797674"/>
            <a:ext cx="11309586" cy="306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1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0" y="1384300"/>
            <a:ext cx="8216900" cy="2044700"/>
          </a:xfrm>
          <a:prstGeom prst="rect">
            <a:avLst/>
          </a:prstGeom>
        </p:spPr>
      </p:pic>
      <p:pic>
        <p:nvPicPr>
          <p:cNvPr id="7" name="Picture 6" descr="A close up of a clock&#10;&#10;Description automatically generated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4866192"/>
            <a:ext cx="8331200" cy="1041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06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71747" y="1093843"/>
            <a:ext cx="3248506" cy="2044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6849" y="3996038"/>
            <a:ext cx="3248506" cy="25250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AB999F1C-D642-C945-9E22-7AD09FB75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75" y="3797674"/>
            <a:ext cx="11309586" cy="306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97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71747" y="1093843"/>
            <a:ext cx="3248506" cy="2044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6849" y="3996038"/>
            <a:ext cx="3248506" cy="25250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78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71747" y="1093843"/>
            <a:ext cx="3248506" cy="2044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6849" y="3996038"/>
            <a:ext cx="3248506" cy="25250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7B5F33A-5F05-3447-8BC6-AF8569F76CEE}"/>
              </a:ext>
            </a:extLst>
          </p:cNvPr>
          <p:cNvSpPr/>
          <p:nvPr/>
        </p:nvSpPr>
        <p:spPr>
          <a:xfrm>
            <a:off x="3493339" y="501624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43E75-224C-B643-9958-9326B41A5E47}"/>
              </a:ext>
            </a:extLst>
          </p:cNvPr>
          <p:cNvSpPr txBox="1"/>
          <p:nvPr/>
        </p:nvSpPr>
        <p:spPr>
          <a:xfrm>
            <a:off x="87378" y="5051693"/>
            <a:ext cx="3323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Contiguous Numpy Array</a:t>
            </a:r>
          </a:p>
        </p:txBody>
      </p:sp>
    </p:spTree>
    <p:extLst>
      <p:ext uri="{BB962C8B-B14F-4D97-AF65-F5344CB8AC3E}">
        <p14:creationId xmlns:p14="http://schemas.microsoft.com/office/powerpoint/2010/main" val="230401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066" y="335077"/>
            <a:ext cx="1946643" cy="61203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90" y="335077"/>
            <a:ext cx="3202940" cy="6214313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D107D51-E766-2B4A-8991-373F867A5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658" y="615800"/>
            <a:ext cx="81661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4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066" y="335077"/>
            <a:ext cx="1946643" cy="61203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90" y="335077"/>
            <a:ext cx="3202940" cy="6214313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D107D51-E766-2B4A-8991-373F867A5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658" y="615800"/>
            <a:ext cx="8166100" cy="53467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57767BC2-C831-1B4E-8157-22A0F5FF6846}"/>
              </a:ext>
            </a:extLst>
          </p:cNvPr>
          <p:cNvSpPr/>
          <p:nvPr/>
        </p:nvSpPr>
        <p:spPr>
          <a:xfrm>
            <a:off x="2613405" y="27216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25290-26CD-C841-BEA5-16683C8F2B25}"/>
              </a:ext>
            </a:extLst>
          </p:cNvPr>
          <p:cNvSpPr txBox="1"/>
          <p:nvPr/>
        </p:nvSpPr>
        <p:spPr>
          <a:xfrm>
            <a:off x="1270300" y="277933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Arial Black" panose="020B0604020202020204" pitchFamily="34" charset="0"/>
                <a:cs typeface="Arial Black" panose="020B0604020202020204" pitchFamily="34" charset="0"/>
              </a:rPr>
              <a:t>Aliasing</a:t>
            </a:r>
          </a:p>
        </p:txBody>
      </p:sp>
    </p:spTree>
    <p:extLst>
      <p:ext uri="{BB962C8B-B14F-4D97-AF65-F5344CB8AC3E}">
        <p14:creationId xmlns:p14="http://schemas.microsoft.com/office/powerpoint/2010/main" val="426946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066" y="335077"/>
            <a:ext cx="1946643" cy="61203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90" y="335077"/>
            <a:ext cx="3202940" cy="6214313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1D107D51-E766-2B4A-8991-373F867A5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658" y="615800"/>
            <a:ext cx="8166100" cy="53467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57767BC2-C831-1B4E-8157-22A0F5FF6846}"/>
              </a:ext>
            </a:extLst>
          </p:cNvPr>
          <p:cNvSpPr/>
          <p:nvPr/>
        </p:nvSpPr>
        <p:spPr>
          <a:xfrm>
            <a:off x="2613405" y="272168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25290-26CD-C841-BEA5-16683C8F2B25}"/>
              </a:ext>
            </a:extLst>
          </p:cNvPr>
          <p:cNvSpPr txBox="1"/>
          <p:nvPr/>
        </p:nvSpPr>
        <p:spPr>
          <a:xfrm>
            <a:off x="1270300" y="277933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Arial Black" panose="020B0604020202020204" pitchFamily="34" charset="0"/>
                <a:cs typeface="Arial Black" panose="020B0604020202020204" pitchFamily="34" charset="0"/>
              </a:rPr>
              <a:t>Aliasing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AAADD8-0DD7-2943-8A4E-712B1E479CDD}"/>
              </a:ext>
            </a:extLst>
          </p:cNvPr>
          <p:cNvSpPr txBox="1"/>
          <p:nvPr/>
        </p:nvSpPr>
        <p:spPr>
          <a:xfrm>
            <a:off x="706043" y="3244334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solidFill>
                  <a:srgbClr val="FF000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Aliasing is GOOD</a:t>
            </a:r>
          </a:p>
        </p:txBody>
      </p:sp>
    </p:spTree>
    <p:extLst>
      <p:ext uri="{BB962C8B-B14F-4D97-AF65-F5344CB8AC3E}">
        <p14:creationId xmlns:p14="http://schemas.microsoft.com/office/powerpoint/2010/main" val="215762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869" y="2439366"/>
            <a:ext cx="7817473" cy="1476417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b="1" dirty="0">
                <a:latin typeface="Arial Black" panose="020B0604020202020204" pitchFamily="34" charset="0"/>
                <a:ea typeface="Arial Black" charset="0"/>
                <a:cs typeface="Arial Black" panose="020B0604020202020204" pitchFamily="34" charset="0"/>
              </a:rPr>
              <a:t>Non-C</a:t>
            </a: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ontiguous</a:t>
            </a:r>
            <a:b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en-US" sz="6700" b="1" dirty="0">
                <a:latin typeface="Arial Black" panose="020B0604020202020204" pitchFamily="34" charset="0"/>
                <a:cs typeface="Arial Black" panose="020B0604020202020204" pitchFamily="34" charset="0"/>
              </a:rPr>
              <a:t>Numpy Arrays</a:t>
            </a:r>
          </a:p>
        </p:txBody>
      </p:sp>
    </p:spTree>
    <p:extLst>
      <p:ext uri="{BB962C8B-B14F-4D97-AF65-F5344CB8AC3E}">
        <p14:creationId xmlns:p14="http://schemas.microsoft.com/office/powerpoint/2010/main" val="395895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0" y="1384300"/>
            <a:ext cx="8216900" cy="2044700"/>
          </a:xfrm>
          <a:prstGeom prst="rect">
            <a:avLst/>
          </a:prstGeom>
        </p:spPr>
      </p:pic>
      <p:pic>
        <p:nvPicPr>
          <p:cNvPr id="7" name="Picture 6" descr="A close up of a clock&#10;&#10;Description automatically generated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4866192"/>
            <a:ext cx="8331200" cy="1041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71747" y="1093843"/>
            <a:ext cx="3248506" cy="2044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6849" y="3996038"/>
            <a:ext cx="3248506" cy="25250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415300C-7509-C94E-9FB1-66FE477CA91B}"/>
              </a:ext>
            </a:extLst>
          </p:cNvPr>
          <p:cNvSpPr/>
          <p:nvPr/>
        </p:nvSpPr>
        <p:spPr>
          <a:xfrm>
            <a:off x="3493339" y="501624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164F3-0416-BD48-A343-B8BB1433117E}"/>
              </a:ext>
            </a:extLst>
          </p:cNvPr>
          <p:cNvSpPr txBox="1"/>
          <p:nvPr/>
        </p:nvSpPr>
        <p:spPr>
          <a:xfrm>
            <a:off x="87378" y="5051693"/>
            <a:ext cx="3323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Contiguous Numpy Array</a:t>
            </a:r>
          </a:p>
        </p:txBody>
      </p:sp>
    </p:spTree>
    <p:extLst>
      <p:ext uri="{BB962C8B-B14F-4D97-AF65-F5344CB8AC3E}">
        <p14:creationId xmlns:p14="http://schemas.microsoft.com/office/powerpoint/2010/main" val="947813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91678" y="575577"/>
            <a:ext cx="2463372" cy="2832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1600" y="3683295"/>
            <a:ext cx="2302137" cy="29544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E4923BD-FB86-BA41-86CE-D61B4FE888B3}"/>
              </a:ext>
            </a:extLst>
          </p:cNvPr>
          <p:cNvSpPr/>
          <p:nvPr/>
        </p:nvSpPr>
        <p:spPr>
          <a:xfrm>
            <a:off x="4111008" y="49181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1926A9-56DC-A94D-AC7F-E2A630232594}"/>
              </a:ext>
            </a:extLst>
          </p:cNvPr>
          <p:cNvSpPr txBox="1"/>
          <p:nvPr/>
        </p:nvSpPr>
        <p:spPr>
          <a:xfrm>
            <a:off x="118334" y="4965768"/>
            <a:ext cx="3900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Arial Black" panose="020B0604020202020204" pitchFamily="34" charset="0"/>
                <a:cs typeface="Arial Black" panose="020B0604020202020204" pitchFamily="34" charset="0"/>
              </a:rPr>
              <a:t>Non-Contiguous Numpy Array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A6475259-D841-A742-AE39-03426E180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439" y="3550024"/>
            <a:ext cx="11761122" cy="330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62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91678" y="575577"/>
            <a:ext cx="2463372" cy="2832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1600" y="3683295"/>
            <a:ext cx="2302137" cy="29544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90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FC96C9-B1F6-EB43-9F86-2DB6F081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91678" y="575577"/>
            <a:ext cx="2463372" cy="2832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92B0F-9500-7E49-9048-3EFDCDB4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81600" y="3683295"/>
            <a:ext cx="2302137" cy="29544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39E2B8-5306-014A-83C8-171F1D3ABE60}"/>
              </a:ext>
            </a:extLst>
          </p:cNvPr>
          <p:cNvSpPr/>
          <p:nvPr/>
        </p:nvSpPr>
        <p:spPr>
          <a:xfrm>
            <a:off x="10026412" y="6385567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E4923BD-FB86-BA41-86CE-D61B4FE888B3}"/>
              </a:ext>
            </a:extLst>
          </p:cNvPr>
          <p:cNvSpPr/>
          <p:nvPr/>
        </p:nvSpPr>
        <p:spPr>
          <a:xfrm>
            <a:off x="4111008" y="49181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1926A9-56DC-A94D-AC7F-E2A630232594}"/>
              </a:ext>
            </a:extLst>
          </p:cNvPr>
          <p:cNvSpPr txBox="1"/>
          <p:nvPr/>
        </p:nvSpPr>
        <p:spPr>
          <a:xfrm>
            <a:off x="118334" y="4965768"/>
            <a:ext cx="3900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latin typeface="Arial Black" panose="020B0604020202020204" pitchFamily="34" charset="0"/>
                <a:cs typeface="Arial Black" panose="020B0604020202020204" pitchFamily="34" charset="0"/>
              </a:rPr>
              <a:t>Non-Contiguous Numpy Array</a:t>
            </a:r>
          </a:p>
        </p:txBody>
      </p:sp>
    </p:spTree>
    <p:extLst>
      <p:ext uri="{BB962C8B-B14F-4D97-AF65-F5344CB8AC3E}">
        <p14:creationId xmlns:p14="http://schemas.microsoft.com/office/powerpoint/2010/main" val="4087727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AC99C78-7BAF-4C48-8E96-5DD4580E1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06" y="763793"/>
            <a:ext cx="10298480" cy="526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57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BC8D5285-0E71-4B4C-A729-F5C57FFA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28"/>
            <a:ext cx="12192000" cy="674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36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BC8D5285-0E71-4B4C-A729-F5C57FFA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28"/>
            <a:ext cx="12192000" cy="6749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003389-87CF-DC48-8FF3-38F53A340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39" y="235473"/>
            <a:ext cx="8229600" cy="965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10756C-094F-5D43-B8EA-FE694F193DAE}"/>
              </a:ext>
            </a:extLst>
          </p:cNvPr>
          <p:cNvSpPr/>
          <p:nvPr/>
        </p:nvSpPr>
        <p:spPr>
          <a:xfrm>
            <a:off x="9918836" y="1297200"/>
            <a:ext cx="1950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 Black" charset="0"/>
                <a:ea typeface="Arial Black" charset="0"/>
                <a:cs typeface="Arial Black" charset="0"/>
                <a:hlinkClick r:id="rId4"/>
              </a:rPr>
              <a:t>stackoverflow</a:t>
            </a:r>
            <a:endParaRPr lang="en-US" dirty="0">
              <a:latin typeface="Arial Black" charset="0"/>
              <a:ea typeface="Arial Black" charset="0"/>
              <a:cs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65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49A45D97-7E7E-0644-9CBF-D50C9B756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087" y="827327"/>
            <a:ext cx="7863736" cy="562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26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49A45D97-7E7E-0644-9CBF-D50C9B756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087" y="827327"/>
            <a:ext cx="7863736" cy="56272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5E0B6B-5A51-1F44-9D3B-6E4A9F86E29B}"/>
              </a:ext>
            </a:extLst>
          </p:cNvPr>
          <p:cNvSpPr txBox="1"/>
          <p:nvPr/>
        </p:nvSpPr>
        <p:spPr>
          <a:xfrm>
            <a:off x="2661502" y="403412"/>
            <a:ext cx="6868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solidFill>
                  <a:srgbClr val="FF000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Aliasing for Non-Contiguous Numpy Array still works</a:t>
            </a:r>
            <a:r>
              <a:rPr lang="en-KR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0845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FDA9549-F750-1B49-8D78-CB24A7A3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485900"/>
            <a:ext cx="6858000" cy="388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33656A-2D3D-5646-82B6-75E28964CA80}"/>
              </a:ext>
            </a:extLst>
          </p:cNvPr>
          <p:cNvSpPr txBox="1"/>
          <p:nvPr/>
        </p:nvSpPr>
        <p:spPr>
          <a:xfrm>
            <a:off x="172122" y="215153"/>
            <a:ext cx="3775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Black" panose="020B0604020202020204" pitchFamily="34" charset="0"/>
                <a:cs typeface="Arial Black" panose="020B0604020202020204" pitchFamily="34" charset="0"/>
              </a:rPr>
              <a:t>R</a:t>
            </a:r>
            <a:r>
              <a:rPr lang="en-KR" b="1" dirty="0">
                <a:latin typeface="Arial Black" panose="020B0604020202020204" pitchFamily="34" charset="0"/>
                <a:cs typeface="Arial Black" panose="020B0604020202020204" pitchFamily="34" charset="0"/>
              </a:rPr>
              <a:t>eshape method still works.</a:t>
            </a:r>
          </a:p>
        </p:txBody>
      </p:sp>
    </p:spTree>
    <p:extLst>
      <p:ext uri="{BB962C8B-B14F-4D97-AF65-F5344CB8AC3E}">
        <p14:creationId xmlns:p14="http://schemas.microsoft.com/office/powerpoint/2010/main" val="1360600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B46A1C7B-8A8F-9B41-A3F4-02A7A7EE9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289050"/>
            <a:ext cx="6858000" cy="427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EE8DD2-8079-234B-9463-01648522B4D0}"/>
              </a:ext>
            </a:extLst>
          </p:cNvPr>
          <p:cNvSpPr txBox="1"/>
          <p:nvPr/>
        </p:nvSpPr>
        <p:spPr>
          <a:xfrm>
            <a:off x="172122" y="215153"/>
            <a:ext cx="92234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 Black" panose="020B0604020202020204" pitchFamily="34" charset="0"/>
                <a:cs typeface="Arial Black" panose="020B0604020202020204" pitchFamily="34" charset="0"/>
              </a:rPr>
              <a:t>R</a:t>
            </a:r>
            <a:r>
              <a:rPr lang="en-KR" b="1" dirty="0">
                <a:latin typeface="Arial Black" panose="020B0604020202020204" pitchFamily="34" charset="0"/>
                <a:cs typeface="Arial Black" panose="020B0604020202020204" pitchFamily="34" charset="0"/>
              </a:rPr>
              <a:t>eshape method works.</a:t>
            </a:r>
          </a:p>
          <a:p>
            <a:r>
              <a:rPr lang="en-KR" b="1" dirty="0">
                <a:solidFill>
                  <a:srgbClr val="FF000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However, there is no aliasing for reshaped non-contiguous numpy array.</a:t>
            </a:r>
          </a:p>
          <a:p>
            <a:r>
              <a:rPr lang="en-KR" b="1" dirty="0">
                <a:solidFill>
                  <a:srgbClr val="FF0000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 is coped, not viewed.</a:t>
            </a:r>
          </a:p>
        </p:txBody>
      </p:sp>
    </p:spTree>
    <p:extLst>
      <p:ext uri="{BB962C8B-B14F-4D97-AF65-F5344CB8AC3E}">
        <p14:creationId xmlns:p14="http://schemas.microsoft.com/office/powerpoint/2010/main" val="959981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83799" y="1640911"/>
            <a:ext cx="875432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>
                <a:latin typeface="Arial Black" charset="0"/>
                <a:ea typeface="Arial Black" charset="0"/>
                <a:cs typeface="Arial Black" charset="0"/>
              </a:rPr>
              <a:t>Now</a:t>
            </a:r>
          </a:p>
          <a:p>
            <a:pPr algn="ctr"/>
            <a:endParaRPr lang="en-US" sz="6000" dirty="0">
              <a:latin typeface="Arial Black" charset="0"/>
              <a:ea typeface="Arial Black" charset="0"/>
              <a:cs typeface="Arial Black" charset="0"/>
            </a:endParaRPr>
          </a:p>
          <a:p>
            <a:pPr algn="ctr"/>
            <a:r>
              <a:rPr lang="en-US" sz="6000" dirty="0">
                <a:latin typeface="Arial Black" charset="0"/>
                <a:ea typeface="Arial Black" charset="0"/>
                <a:cs typeface="Arial Black" charset="0"/>
              </a:rPr>
              <a:t>Let’s Play with Code</a:t>
            </a:r>
          </a:p>
        </p:txBody>
      </p:sp>
    </p:spTree>
    <p:extLst>
      <p:ext uri="{BB962C8B-B14F-4D97-AF65-F5344CB8AC3E}">
        <p14:creationId xmlns:p14="http://schemas.microsoft.com/office/powerpoint/2010/main" val="2550280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2048</TotalTime>
  <Words>148</Words>
  <Application>Microsoft Macintosh PowerPoint</Application>
  <PresentationFormat>Widescreen</PresentationFormat>
  <Paragraphs>36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Office Theme</vt:lpstr>
      <vt:lpstr>            Contiguous vs  Non-contiguous  Numpy Arrays </vt:lpstr>
      <vt:lpstr>Reference</vt:lpstr>
      <vt:lpstr>          Numpy Arrays is viewed, not copied  as default and hence Aliasing</vt:lpstr>
      <vt:lpstr>          Contiguous Numpy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Non-Contiguous Numpy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이승철</cp:lastModifiedBy>
  <cp:revision>146</cp:revision>
  <dcterms:created xsi:type="dcterms:W3CDTF">2019-10-26T12:53:45Z</dcterms:created>
  <dcterms:modified xsi:type="dcterms:W3CDTF">2020-01-30T20:32:34Z</dcterms:modified>
</cp:coreProperties>
</file>